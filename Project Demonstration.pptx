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C9A24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 INSIGHTS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Cosmetics Trends and Consumer Insights with Tableau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Maheswar Reddy Kathithatagari (Team Lead)   •   Vijay Kumar Gogula   •   Yagna Mekala   •   Joshna Vutupalli   •   Guggulla Sree Pranavi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category managers juggle brand, price, rank, and skin-type data across disconnected spreadsheets — making pricing and marketing decisions slow, manual, and inconsistent.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7F1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18211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035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connected 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price, rank, and skin-type data live in separate sheets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7F1E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432511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78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manually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526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means re-compiling reports from scratch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7F1E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546811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5321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 on skin type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669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see which segments are under-served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1234440"/>
            <a:ext cx="4937760" cy="5029200"/>
          </a:xfrm>
          <a:prstGeom prst="roundRect">
            <a:avLst>
              <a:gd name="adj" fmla="val 1852"/>
            </a:avLst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4088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Category Manager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2880360"/>
            <a:ext cx="42062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don’t have time to dig through five spreadsheets before every review. I need to know which products are overpriced for their ranking.”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4754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overwhelmed, time-pressured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confident, in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 is an interactive Tableau dashboard that connects brand, price, rank, and skin-type data into one filterable view — turning hours of manual reporting into minutes of exploration.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dataset (CSV/Excel)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3246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88920" y="24688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brand, price, skin-type fields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24688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6636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 model with calculated fields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3246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9480" y="24688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A26769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in Tableau Desktop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35440" y="3246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09760" y="24688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96469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469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4692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via Tableau Public / Server / Cloud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Brand &amp; Category Managers, Analysts, and Leadership at cosmetics companies who need faster, evidence-backed decisions.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1E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Pricing 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brand performance by price and rank; spot top and bottom performers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1E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600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Skin-Type Segmentation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view coverage across Dry, Oily, Combination, Normal, Sensitive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1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600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240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&amp; Drill-down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66760" y="26517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filters plus drill-down from category summaries to products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1E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views for Analysts and Leadership on Tableau Server/Cloud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1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97764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Insight Reporting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0" y="5029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 across categories and price bands over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1EE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397764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6676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Reporting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66760" y="5029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dashboard views as PDF/image for review meetings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[Live workbook screenshots to be inserted here — mockup shown below]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663440"/>
          </a:xfrm>
          <a:prstGeom prst="roundRect">
            <a:avLst>
              <a:gd name="adj" fmla="val 1176"/>
            </a:avLst>
          </a:prstGeom>
          <a:solidFill>
            <a:srgbClr val="F7F1EE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0698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202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E8B4B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E8B4B8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E8B4B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23960" y="19202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E8B4B8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657600"/>
            <a:ext cx="50292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3291840"/>
            <a:ext cx="502920" cy="82296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8" name="Shape 16"/>
          <p:cNvSpPr/>
          <p:nvPr/>
        </p:nvSpPr>
        <p:spPr>
          <a:xfrm>
            <a:off x="2651760" y="3520440"/>
            <a:ext cx="502920" cy="5943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3108960"/>
            <a:ext cx="502920" cy="10058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3749040"/>
            <a:ext cx="502920" cy="3657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0" y="3429000"/>
            <a:ext cx="502920" cy="6858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246888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Skin-Type Coverage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017520"/>
            <a:ext cx="86868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3017520"/>
            <a:ext cx="868680" cy="457200"/>
          </a:xfrm>
          <a:prstGeom prst="rect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3017520"/>
            <a:ext cx="868680" cy="457200"/>
          </a:xfrm>
          <a:prstGeom prst="rect">
            <a:avLst/>
          </a:prstGeom>
          <a:solidFill>
            <a:srgbClr val="E8B4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3017520"/>
            <a:ext cx="868680" cy="457200"/>
          </a:xfrm>
          <a:prstGeom prst="rect">
            <a:avLst/>
          </a:prstGeom>
          <a:solidFill>
            <a:srgbClr val="C9A2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95560" y="3017520"/>
            <a:ext cx="868680" cy="457200"/>
          </a:xfrm>
          <a:prstGeom prst="rect">
            <a:avLst/>
          </a:prstGeom>
          <a:solidFill>
            <a:srgbClr val="F7F1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566160"/>
            <a:ext cx="868680" cy="457200"/>
          </a:xfrm>
          <a:prstGeom prst="rect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3566160"/>
            <a:ext cx="868680" cy="457200"/>
          </a:xfrm>
          <a:prstGeom prst="rect">
            <a:avLst/>
          </a:prstGeom>
          <a:solidFill>
            <a:srgbClr val="E8B4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3566160"/>
            <a:ext cx="868680" cy="457200"/>
          </a:xfrm>
          <a:prstGeom prst="rect">
            <a:avLst/>
          </a:prstGeom>
          <a:solidFill>
            <a:srgbClr val="C9A2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0" y="3566160"/>
            <a:ext cx="868680" cy="457200"/>
          </a:xfrm>
          <a:prstGeom prst="rect">
            <a:avLst/>
          </a:prstGeom>
          <a:solidFill>
            <a:srgbClr val="F7F1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95560" y="3566160"/>
            <a:ext cx="86868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48056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73152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74720" y="448056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347472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48056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621792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Types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61120" y="4480560"/>
            <a:ext cx="25603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961120" y="4709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45" name="Text 43"/>
          <p:cNvSpPr/>
          <p:nvPr/>
        </p:nvSpPr>
        <p:spPr>
          <a:xfrm>
            <a:off x="896112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Pages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Delivered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/ Sprint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722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Passed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154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&amp; Resolved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verified: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13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904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renders correctly with all fields typed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62272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165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4074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work across brand, category, price, and skin type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9194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910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and role-based access behave as expected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68112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223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4132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export produces a usable PDF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51660" y="1737360"/>
            <a:ext cx="0" cy="4206240"/>
          </a:xfrm>
          <a:prstGeom prst="line">
            <a:avLst/>
          </a:prstGeom>
          <a:noFill/>
          <a:ln w="25400">
            <a:solidFill>
              <a:srgbClr val="E8B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14500" y="1600200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dashboard: brand, pricing, skin-type, filters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0580" y="1737360"/>
            <a:ext cx="0" cy="4206240"/>
          </a:xfrm>
          <a:prstGeom prst="line">
            <a:avLst/>
          </a:prstGeom>
          <a:noFill/>
          <a:ln w="25400">
            <a:solidFill>
              <a:srgbClr val="E8B4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03420" y="160020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1E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trend indicators &amp; automated alerts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29500" y="1737360"/>
            <a:ext cx="0" cy="4206240"/>
          </a:xfrm>
          <a:prstGeom prst="line">
            <a:avLst/>
          </a:prstGeom>
          <a:noFill/>
          <a:ln w="25400">
            <a:solidFill>
              <a:srgbClr val="E8B4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292340" y="160020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1E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benchmarking &amp; review sentiment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218420" y="1737360"/>
            <a:ext cx="0" cy="4206240"/>
          </a:xfrm>
          <a:prstGeom prst="line">
            <a:avLst/>
          </a:prstGeom>
          <a:noFill/>
          <a:ln w="25400">
            <a:solidFill>
              <a:srgbClr val="E8B4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081260" y="160020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0" name="Shape 18"/>
          <p:cNvSpPr/>
          <p:nvPr/>
        </p:nvSpPr>
        <p:spPr>
          <a:xfrm>
            <a:off x="891540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1EE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0" y="2606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version of the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Insights: Navigating Cosmetics Trends and Consumer Insights with Tableau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2A162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39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Tableau Public / Cloud demo link here]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347472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2A162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639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3977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GitHub repository link here]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Maheswar Reddy Kathithatagari (Team Lead)   •   Vijay Kumar Gogula   •   Yagna Mekala   •   Joshna Vutupalli   •   Guggulla Sree Pranavi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2026-07-23T09:46:27Z</dcterms:created>
  <dcterms:modified xsi:type="dcterms:W3CDTF">2026-07-23T09:46:27Z</dcterms:modified>
</cp:coreProperties>
</file>